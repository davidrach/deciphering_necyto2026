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8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8.png" ContentType="image/png"/>
  <Override PartName="/ppt/media/image56.png" ContentType="image/png"/>
  <Override PartName="/ppt/media/image55.jpeg" ContentType="image/jpeg"/>
  <Override PartName="/ppt/media/image17.png" ContentType="image/png"/>
  <Override PartName="/ppt/media/image53.png" ContentType="image/png"/>
  <Override PartName="/ppt/media/image52.svg" ContentType="image/svg"/>
  <Override PartName="/ppt/media/image51.png" ContentType="image/png"/>
  <Override PartName="/ppt/media/image50.png" ContentType="image/png"/>
  <Override PartName="/ppt/media/image49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37.png" ContentType="image/png"/>
  <Override PartName="/ppt/media/image33.png" ContentType="image/png"/>
  <Override PartName="/ppt/media/image34.png" ContentType="image/png"/>
  <Override PartName="/ppt/media/image21.svg" ContentType="image/svg"/>
  <Override PartName="/ppt/media/image38.png" ContentType="image/png"/>
  <Override PartName="/ppt/media/image6.png" ContentType="image/png"/>
  <Override PartName="/ppt/media/image15.png" ContentType="image/png"/>
  <Override PartName="/ppt/media/image28.svg" ContentType="image/svg"/>
  <Override PartName="/ppt/media/image19.png" ContentType="image/png"/>
  <Override PartName="/ppt/media/image61.png" ContentType="image/png"/>
  <Override PartName="/ppt/media/image67.png" ContentType="image/png"/>
  <Override PartName="/ppt/media/image30.png" ContentType="image/png"/>
  <Override PartName="/ppt/media/image8.jpeg" ContentType="image/jpeg"/>
  <Override PartName="/ppt/media/image26.png" ContentType="image/png"/>
  <Override PartName="/ppt/media/image63.png" ContentType="image/png"/>
  <Override PartName="/ppt/media/image5.png" ContentType="image/png"/>
  <Override PartName="/ppt/media/image14.png" ContentType="image/png"/>
  <Override PartName="/ppt/media/image62.svg" ContentType="image/svg"/>
  <Override PartName="/ppt/media/image25.png" ContentType="image/png"/>
  <Override PartName="/ppt/media/image29.png" ContentType="image/png"/>
  <Override PartName="/ppt/media/image27.png" ContentType="image/png"/>
  <Override PartName="/ppt/media/image60.png" ContentType="image/png"/>
  <Override PartName="/ppt/media/image9.png" ContentType="image/png"/>
  <Override PartName="/ppt/media/image18.png" ContentType="image/png"/>
  <Override PartName="/ppt/media/image23.png" ContentType="image/png"/>
  <Override PartName="/ppt/media/image59.png" ContentType="image/png"/>
  <Override PartName="/ppt/media/image22.png" ContentType="image/png"/>
  <Override PartName="/ppt/media/image66.svg" ContentType="image/svg"/>
  <Override PartName="/ppt/media/image42.png" ContentType="image/png"/>
  <Override PartName="/ppt/media/image47.jpeg" ContentType="image/jpeg"/>
  <Override PartName="/ppt/media/image24.png" ContentType="image/png"/>
  <Override PartName="/ppt/media/image68.svg" ContentType="image/svg"/>
  <Override PartName="/ppt/media/image44.png" ContentType="image/png"/>
  <Override PartName="/ppt/media/image2.png" ContentType="image/png"/>
  <Override PartName="/ppt/media/image11.png" ContentType="image/png"/>
  <Override PartName="/ppt/media/image12.svg" ContentType="image/svg"/>
  <Override PartName="/ppt/media/image3.svg" ContentType="image/svg"/>
  <Override PartName="/ppt/media/image40.png" ContentType="image/png"/>
  <Override PartName="/ppt/media/image64.svg" ContentType="image/svg"/>
  <Override PartName="/ppt/media/image20.png" ContentType="image/png"/>
  <Override PartName="/ppt/media/image57.png" ContentType="image/png"/>
  <Override PartName="/ppt/media/image36.png" ContentType="image/png"/>
  <Override PartName="/ppt/media/image4.png" ContentType="image/png"/>
  <Override PartName="/ppt/media/image13.png" ContentType="image/png"/>
  <Override PartName="/ppt/media/image1.png" ContentType="image/png"/>
  <Override PartName="/ppt/media/image54.svg" ContentType="image/svg"/>
  <Override PartName="/ppt/media/image10.png" ContentType="image/png"/>
  <Override PartName="/ppt/media/image31.png" ContentType="image/png"/>
  <Override PartName="/ppt/media/image32.png" ContentType="image/png"/>
  <Override PartName="/ppt/media/image65.png" ContentType="image/png"/>
  <Override PartName="/ppt/media/image35.jpeg" ContentType="image/jpeg"/>
  <Override PartName="/ppt/media/image41.svg" ContentType="image/svg"/>
  <Override PartName="/ppt/media/image43.png" ContentType="image/png"/>
  <Override PartName="/ppt/media/image45.png" ContentType="image/png"/>
  <Override PartName="/ppt/media/image46.png" ContentType="image/png"/>
  <Override PartName="/ppt/media/image48.jpeg" ContentType="image/jpeg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2.xml" ContentType="application/vnd.openxmlformats-officedocument.presentationml.slide+xml"/>
  <Override PartName="/ppt/slides/slide26.xml" ContentType="application/vnd.openxmlformats-officedocument.presentationml.slide+xml"/>
  <Override PartName="/ppt/slides/slide63.xml" ContentType="application/vnd.openxmlformats-officedocument.presentationml.slide+xml"/>
  <Override PartName="/ppt/slides/slide27.xml" ContentType="application/vnd.openxmlformats-officedocument.presentationml.slide+xml"/>
  <Override PartName="/ppt/slides/slide64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65.xml" ContentType="application/vnd.openxmlformats-officedocument.presentationml.slide+xml"/>
  <Override PartName="/ppt/slides/slide29.xml" ContentType="application/vnd.openxmlformats-officedocument.presentationml.slide+xml"/>
  <Override PartName="/ppt/slides/_rels/slide13.xml.rels" ContentType="application/vnd.openxmlformats-package.relationships+xml"/>
  <Override PartName="/ppt/slides/_rels/slide59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49.xml.rels" ContentType="application/vnd.openxmlformats-package.relationships+xml"/>
  <Override PartName="/ppt/slides/_rels/slide12.xml.rels" ContentType="application/vnd.openxmlformats-package.relationships+xml"/>
  <Override PartName="/ppt/slides/_rels/slide5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57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62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56.xml.rels" ContentType="application/vnd.openxmlformats-package.relationships+xml"/>
  <Override PartName="/ppt/slides/_rels/slide44.xml.rels" ContentType="application/vnd.openxmlformats-package.relationships+xml"/>
  <Override PartName="/ppt/slides/_rels/slide55.xml.rels" ContentType="application/vnd.openxmlformats-package.relationships+xml"/>
  <Override PartName="/ppt/slides/_rels/slide43.xml.rels" ContentType="application/vnd.openxmlformats-package.relationships+xml"/>
  <Override PartName="/ppt/slides/_rels/slide54.xml.rels" ContentType="application/vnd.openxmlformats-package.relationships+xml"/>
  <Override PartName="/ppt/slides/_rels/slide42.xml.rels" ContentType="application/vnd.openxmlformats-package.relationships+xml"/>
  <Override PartName="/ppt/slides/_rels/slide79.xml.rels" ContentType="application/vnd.openxmlformats-package.relationships+xml"/>
  <Override PartName="/ppt/slides/_rels/slide53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78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77.xml.rels" ContentType="application/vnd.openxmlformats-package.relationships+xml"/>
  <Override PartName="/ppt/slides/_rels/slide14.xml.rels" ContentType="application/vnd.openxmlformats-package.relationships+xml"/>
  <Override PartName="/ppt/slides/_rels/slide51.xml.rels" ContentType="application/vnd.openxmlformats-package.relationships+xml"/>
  <Override PartName="/ppt/slides/_rels/slide50.xml.rels" ContentType="application/vnd.openxmlformats-package.relationships+xml"/>
  <Override PartName="/ppt/slides/_rels/slide45.xml.rels" ContentType="application/vnd.openxmlformats-package.relationships+xml"/>
  <Override PartName="/ppt/slides/_rels/slide63.xml.rels" ContentType="application/vnd.openxmlformats-package.relationships+xml"/>
  <Override PartName="/ppt/slides/_rels/slide27.xml.rels" ContentType="application/vnd.openxmlformats-package.relationships+xml"/>
  <Override PartName="/ppt/slides/_rels/slide64.xml.rels" ContentType="application/vnd.openxmlformats-package.relationships+xml"/>
  <Override PartName="/ppt/slides/_rels/slide28.xml.rels" ContentType="application/vnd.openxmlformats-package.relationships+xml"/>
  <Override PartName="/ppt/slides/_rels/slide70.xml.rels" ContentType="application/vnd.openxmlformats-package.relationships+xml"/>
  <Override PartName="/ppt/slides/_rels/slide65.xml.rels" ContentType="application/vnd.openxmlformats-package.relationships+xml"/>
  <Override PartName="/ppt/slides/_rels/slide71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6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76.xml.rels" ContentType="application/vnd.openxmlformats-package.relationships+xml"/>
  <Override PartName="/ppt/slides/_rels/slide75.xml.rels" ContentType="application/vnd.openxmlformats-package.relationships+xml"/>
  <Override PartName="/ppt/slides/_rels/slide74.xml.rels" ContentType="application/vnd.openxmlformats-package.relationships+xml"/>
  <Override PartName="/ppt/slides/_rels/slide73.xml.rels" ContentType="application/vnd.openxmlformats-package.relationships+xml"/>
  <Override PartName="/ppt/slides/_rels/slide72.xml.rels" ContentType="application/vnd.openxmlformats-package.relationships+xml"/>
  <Override PartName="/ppt/slides/_rels/slide69.xml.rels" ContentType="application/vnd.openxmlformats-package.relationships+xml"/>
  <Override PartName="/ppt/slides/_rels/slide32.xml.rels" ContentType="application/vnd.openxmlformats-package.relationships+xml"/>
  <Override PartName="/ppt/slides/_rels/slide68.xml.rels" ContentType="application/vnd.openxmlformats-package.relationships+xml"/>
  <Override PartName="/ppt/slides/_rels/slide31.xml.rels" ContentType="application/vnd.openxmlformats-package.relationships+xml"/>
  <Override PartName="/ppt/slides/_rels/slide46.xml.rels" ContentType="application/vnd.openxmlformats-package.relationships+xml"/>
  <Override PartName="/ppt/slides/_rels/slide16.xml.rels" ContentType="application/vnd.openxmlformats-package.relationships+xml"/>
  <Override PartName="/ppt/slides/slide71.xml" ContentType="application/vnd.openxmlformats-officedocument.presentationml.slide+xml"/>
  <Override PartName="/ppt/slides/slide66.xml" ContentType="application/vnd.openxmlformats-officedocument.presentationml.slide+xml"/>
  <Override PartName="/ppt/slides/slide79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78.xml" ContentType="application/vnd.openxmlformats-officedocument.presentationml.slide+xml"/>
  <Override PartName="/ppt/slides/slide77.xml" ContentType="application/vnd.openxmlformats-officedocument.presentationml.slide+xml"/>
  <Override PartName="/ppt/slides/slide76.xml" ContentType="application/vnd.openxmlformats-officedocument.presentationml.slide+xml"/>
  <Override PartName="/ppt/slides/slide75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69.xml" ContentType="application/vnd.openxmlformats-officedocument.presentationml.slide+xml"/>
  <Override PartName="/ppt/slides/slide32.xml" ContentType="application/vnd.openxmlformats-officedocument.presentationml.slide+xml"/>
  <Override PartName="/ppt/slides/slide68.xml" ContentType="application/vnd.openxmlformats-officedocument.presentationml.slide+xml"/>
  <Override PartName="/ppt/slides/slide3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_rels/notesSlide78.xml.rels" ContentType="application/vnd.openxmlformats-package.relationships+xml"/>
  <Override PartName="/ppt/notesSlides/notesSlide7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</p:sldMasterIdLst>
  <p:notesMasterIdLst>
    <p:notesMasterId r:id="rId23"/>
  </p:notes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  <p:sldId id="299" r:id="rId67"/>
    <p:sldId id="300" r:id="rId68"/>
    <p:sldId id="301" r:id="rId69"/>
    <p:sldId id="302" r:id="rId70"/>
    <p:sldId id="303" r:id="rId71"/>
    <p:sldId id="304" r:id="rId72"/>
    <p:sldId id="305" r:id="rId73"/>
    <p:sldId id="306" r:id="rId74"/>
    <p:sldId id="307" r:id="rId75"/>
    <p:sldId id="308" r:id="rId76"/>
    <p:sldId id="309" r:id="rId77"/>
    <p:sldId id="310" r:id="rId78"/>
    <p:sldId id="311" r:id="rId79"/>
    <p:sldId id="312" r:id="rId80"/>
    <p:sldId id="313" r:id="rId81"/>
    <p:sldId id="314" r:id="rId82"/>
    <p:sldId id="315" r:id="rId83"/>
    <p:sldId id="316" r:id="rId84"/>
    <p:sldId id="317" r:id="rId85"/>
    <p:sldId id="318" r:id="rId86"/>
    <p:sldId id="319" r:id="rId87"/>
    <p:sldId id="320" r:id="rId88"/>
    <p:sldId id="321" r:id="rId89"/>
    <p:sldId id="322" r:id="rId90"/>
    <p:sldId id="323" r:id="rId91"/>
    <p:sldId id="324" r:id="rId92"/>
    <p:sldId id="325" r:id="rId93"/>
    <p:sldId id="326" r:id="rId94"/>
    <p:sldId id="327" r:id="rId95"/>
    <p:sldId id="328" r:id="rId96"/>
    <p:sldId id="329" r:id="rId97"/>
    <p:sldId id="330" r:id="rId98"/>
    <p:sldId id="331" r:id="rId99"/>
    <p:sldId id="332" r:id="rId100"/>
    <p:sldId id="333" r:id="rId101"/>
    <p:sldId id="334" r:id="rId10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2" Type="http://schemas.openxmlformats.org/officeDocument/2006/relationships/slide" Target="slides/slide29.xml"/><Relationship Id="rId53" Type="http://schemas.openxmlformats.org/officeDocument/2006/relationships/slide" Target="slides/slide30.xml"/><Relationship Id="rId54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33.xml"/><Relationship Id="rId57" Type="http://schemas.openxmlformats.org/officeDocument/2006/relationships/slide" Target="slides/slide34.xml"/><Relationship Id="rId58" Type="http://schemas.openxmlformats.org/officeDocument/2006/relationships/slide" Target="slides/slide35.xml"/><Relationship Id="rId59" Type="http://schemas.openxmlformats.org/officeDocument/2006/relationships/slide" Target="slides/slide36.xml"/><Relationship Id="rId60" Type="http://schemas.openxmlformats.org/officeDocument/2006/relationships/slide" Target="slides/slide37.xml"/><Relationship Id="rId61" Type="http://schemas.openxmlformats.org/officeDocument/2006/relationships/slide" Target="slides/slide38.xml"/><Relationship Id="rId62" Type="http://schemas.openxmlformats.org/officeDocument/2006/relationships/slide" Target="slides/slide39.xml"/><Relationship Id="rId63" Type="http://schemas.openxmlformats.org/officeDocument/2006/relationships/slide" Target="slides/slide40.xml"/><Relationship Id="rId64" Type="http://schemas.openxmlformats.org/officeDocument/2006/relationships/slide" Target="slides/slide41.xml"/><Relationship Id="rId65" Type="http://schemas.openxmlformats.org/officeDocument/2006/relationships/slide" Target="slides/slide42.xml"/><Relationship Id="rId66" Type="http://schemas.openxmlformats.org/officeDocument/2006/relationships/slide" Target="slides/slide43.xml"/><Relationship Id="rId67" Type="http://schemas.openxmlformats.org/officeDocument/2006/relationships/slide" Target="slides/slide44.xml"/><Relationship Id="rId68" Type="http://schemas.openxmlformats.org/officeDocument/2006/relationships/slide" Target="slides/slide45.xml"/><Relationship Id="rId69" Type="http://schemas.openxmlformats.org/officeDocument/2006/relationships/slide" Target="slides/slide46.xml"/><Relationship Id="rId70" Type="http://schemas.openxmlformats.org/officeDocument/2006/relationships/slide" Target="slides/slide47.xml"/><Relationship Id="rId71" Type="http://schemas.openxmlformats.org/officeDocument/2006/relationships/slide" Target="slides/slide48.xml"/><Relationship Id="rId72" Type="http://schemas.openxmlformats.org/officeDocument/2006/relationships/slide" Target="slides/slide49.xml"/><Relationship Id="rId73" Type="http://schemas.openxmlformats.org/officeDocument/2006/relationships/slide" Target="slides/slide50.xml"/><Relationship Id="rId74" Type="http://schemas.openxmlformats.org/officeDocument/2006/relationships/slide" Target="slides/slide51.xml"/><Relationship Id="rId75" Type="http://schemas.openxmlformats.org/officeDocument/2006/relationships/slide" Target="slides/slide52.xml"/><Relationship Id="rId76" Type="http://schemas.openxmlformats.org/officeDocument/2006/relationships/slide" Target="slides/slide53.xml"/><Relationship Id="rId77" Type="http://schemas.openxmlformats.org/officeDocument/2006/relationships/slide" Target="slides/slide54.xml"/><Relationship Id="rId78" Type="http://schemas.openxmlformats.org/officeDocument/2006/relationships/slide" Target="slides/slide55.xml"/><Relationship Id="rId79" Type="http://schemas.openxmlformats.org/officeDocument/2006/relationships/slide" Target="slides/slide56.xml"/><Relationship Id="rId80" Type="http://schemas.openxmlformats.org/officeDocument/2006/relationships/slide" Target="slides/slide57.xml"/><Relationship Id="rId81" Type="http://schemas.openxmlformats.org/officeDocument/2006/relationships/slide" Target="slides/slide58.xml"/><Relationship Id="rId82" Type="http://schemas.openxmlformats.org/officeDocument/2006/relationships/slide" Target="slides/slide59.xml"/><Relationship Id="rId83" Type="http://schemas.openxmlformats.org/officeDocument/2006/relationships/slide" Target="slides/slide60.xml"/><Relationship Id="rId84" Type="http://schemas.openxmlformats.org/officeDocument/2006/relationships/slide" Target="slides/slide61.xml"/><Relationship Id="rId85" Type="http://schemas.openxmlformats.org/officeDocument/2006/relationships/slide" Target="slides/slide62.xml"/><Relationship Id="rId86" Type="http://schemas.openxmlformats.org/officeDocument/2006/relationships/slide" Target="slides/slide63.xml"/><Relationship Id="rId87" Type="http://schemas.openxmlformats.org/officeDocument/2006/relationships/slide" Target="slides/slide64.xml"/><Relationship Id="rId88" Type="http://schemas.openxmlformats.org/officeDocument/2006/relationships/slide" Target="slides/slide65.xml"/><Relationship Id="rId89" Type="http://schemas.openxmlformats.org/officeDocument/2006/relationships/slide" Target="slides/slide66.xml"/><Relationship Id="rId90" Type="http://schemas.openxmlformats.org/officeDocument/2006/relationships/slide" Target="slides/slide67.xml"/><Relationship Id="rId91" Type="http://schemas.openxmlformats.org/officeDocument/2006/relationships/slide" Target="slides/slide68.xml"/><Relationship Id="rId92" Type="http://schemas.openxmlformats.org/officeDocument/2006/relationships/slide" Target="slides/slide69.xml"/><Relationship Id="rId93" Type="http://schemas.openxmlformats.org/officeDocument/2006/relationships/slide" Target="slides/slide70.xml"/><Relationship Id="rId94" Type="http://schemas.openxmlformats.org/officeDocument/2006/relationships/slide" Target="slides/slide71.xml"/><Relationship Id="rId95" Type="http://schemas.openxmlformats.org/officeDocument/2006/relationships/slide" Target="slides/slide72.xml"/><Relationship Id="rId96" Type="http://schemas.openxmlformats.org/officeDocument/2006/relationships/slide" Target="slides/slide73.xml"/><Relationship Id="rId97" Type="http://schemas.openxmlformats.org/officeDocument/2006/relationships/slide" Target="slides/slide74.xml"/><Relationship Id="rId98" Type="http://schemas.openxmlformats.org/officeDocument/2006/relationships/slide" Target="slides/slide75.xml"/><Relationship Id="rId99" Type="http://schemas.openxmlformats.org/officeDocument/2006/relationships/slide" Target="slides/slide76.xml"/><Relationship Id="rId100" Type="http://schemas.openxmlformats.org/officeDocument/2006/relationships/slide" Target="slides/slide77.xml"/><Relationship Id="rId101" Type="http://schemas.openxmlformats.org/officeDocument/2006/relationships/slide" Target="slides/slide78.xml"/><Relationship Id="rId102" Type="http://schemas.openxmlformats.org/officeDocument/2006/relationships/slide" Target="slides/slide79.xml"/><Relationship Id="rId10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dt" idx="6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PlaceHolder 5"/>
          <p:cNvSpPr>
            <a:spLocks noGrp="1"/>
          </p:cNvSpPr>
          <p:nvPr>
            <p:ph type="ftr" idx="6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PlaceHolder 6"/>
          <p:cNvSpPr>
            <a:spLocks noGrp="1"/>
          </p:cNvSpPr>
          <p:nvPr>
            <p:ph type="sldNum" idx="6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3DA5C32-4036-4603-95E1-E4DFF43739B1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3160" cy="3384720"/>
          </a:xfrm>
          <a:prstGeom prst="rect">
            <a:avLst/>
          </a:prstGeom>
          <a:ln w="0">
            <a:noFill/>
          </a:ln>
        </p:spPr>
      </p:sp>
      <p:sp>
        <p:nvSpPr>
          <p:cNvPr id="106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7120" cy="39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PlaceHolder 3"/>
          <p:cNvSpPr>
            <a:spLocks noGrp="1"/>
          </p:cNvSpPr>
          <p:nvPr>
            <p:ph type="sldNum" idx="67"/>
          </p:nvPr>
        </p:nvSpPr>
        <p:spPr>
          <a:xfrm>
            <a:off x="4402080" y="9553680"/>
            <a:ext cx="3359160" cy="49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24975A-7CDB-47B2-B118-7DB1BB089AA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D6106D-DFA8-450D-BF11-9BAFA816EF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7076FF-5FCA-45D8-A299-8B900BB7EF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7B89263-41E6-4534-8DE7-36105669242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271D334-A0E8-4050-ACF5-8BA6C9E446C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B7A0F51-621D-4B39-9BF8-45D3348FA1E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6615062-613B-4E57-9D80-E3D86F69B9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BCB7FDC-17FC-48DF-9004-83C097DD7B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1A8E745-606E-43B7-AA1C-2490E08B32A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DB48E9A-C144-42AC-8112-0F8E34D57C9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84E8C9D-F9E8-4091-971A-5B366943CEC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625320" y="16045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60948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/>
          </p:nvPr>
        </p:nvSpPr>
        <p:spPr>
          <a:xfrm>
            <a:off x="625320" y="1608120"/>
            <a:ext cx="14760" cy="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6C94A1D-1D01-4F8A-BD17-613856E8AEB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1-Layout2-obj-Title-and-Conten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48A7DFC9-51A7-45D1-9AE4-77D8B1B2012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30A8387-A956-43C9-BBDA-14D40516A7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5A3FE28-CFC9-4F3C-893E-EE65FD968F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DD134E2-20C3-479C-B9DA-9D36262D05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2D1585B-F079-4078-967A-459DC9DE52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7D4360E8-DD11-4A22-9762-8009628A9D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E8127B7-6FD2-4962-92F9-A5AC548355F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589CB63-F070-47C5-8A99-5401EF20E2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97A30BC-1B27-442E-B557-5FFED6CBF3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1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subTitle"/>
          </p:nvPr>
        </p:nvSpPr>
        <p:spPr>
          <a:xfrm>
            <a:off x="609480" y="-2266560"/>
            <a:ext cx="3060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E65D7401-0451-443F-A58C-38AB0DA1C9D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5320" y="16045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25320" y="1608120"/>
            <a:ext cx="14400" cy="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D8C758-9AF6-4489-8D00-45E031FE316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091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780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780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780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780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E1818B-48B7-412A-8B27-6CE5BB862C5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0912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6560" cy="189036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6F5EE8-E0CD-48A4-8114-201FA86AC45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7320" cy="1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E99C38-4D5D-42B3-B177-5248FFA40FF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FD8293-75A3-4929-81D6-2C08B175E76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317EE3-6DC9-461A-B847-80789AF2719B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95CA9D-21E4-4FBA-A663-C02B146B872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8BFF59-6257-466B-9947-D6750781A1B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6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83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7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65265D-3445-46B1-842E-29FB04C221B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8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6720" cy="358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8AEBAC-43E9-4B8C-94B0-A9A6559C72D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4CA6B4-7778-4B47-B534-6425296D24C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332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989583-70D1-49D9-A234-780F60772C8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B19E89-FD88-422B-9ADC-82C46853C1C7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E67B4B-701D-47BD-9B64-7788431A80E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8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29C51C-9DEF-4195-8638-8EFECE4418E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6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7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3DF61D-7091-4770-96E7-9FB5742EE79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PlaceHolder 8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6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7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A03AFA-EBEE-46FD-9878-FEEF5B9DA6C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8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04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4B253D-D84F-465D-877E-794E01854F2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PlaceHolder 8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55"/>
          </p:nvPr>
        </p:nvSpPr>
        <p:spPr>
          <a:xfrm>
            <a:off x="3447360" y="5165280"/>
            <a:ext cx="3187080" cy="38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56"/>
          </p:nvPr>
        </p:nvSpPr>
        <p:spPr>
          <a:xfrm>
            <a:off x="7227360" y="5165280"/>
            <a:ext cx="2340360" cy="38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FA4215-7B62-44F2-A699-C13F786CA810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dt" idx="57"/>
          </p:nvPr>
        </p:nvSpPr>
        <p:spPr>
          <a:xfrm>
            <a:off x="504000" y="5165280"/>
            <a:ext cx="2340360" cy="38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0600" cy="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047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F508DF-EA0C-404F-B12F-B6B274F4316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33120" cy="354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838080" y="887760"/>
            <a:ext cx="10509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ftr" idx="61"/>
          </p:nvPr>
        </p:nvSpPr>
        <p:spPr>
          <a:xfrm>
            <a:off x="3447360" y="5165280"/>
            <a:ext cx="318816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62"/>
          </p:nvPr>
        </p:nvSpPr>
        <p:spPr>
          <a:xfrm>
            <a:off x="722736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F4E8CA-3D96-4E14-917E-D39228706472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 type="dt" idx="63"/>
          </p:nvPr>
        </p:nvSpPr>
        <p:spPr>
          <a:xfrm>
            <a:off x="504000" y="5165280"/>
            <a:ext cx="2341440" cy="38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slideLayout" Target="../slideLayouts/slideLayout2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2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slideLayout" Target="../slideLayouts/slideLayout1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2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2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slideLayout" Target="../slideLayouts/slideLayout9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4.png"/><Relationship Id="rId6" Type="http://schemas.openxmlformats.org/officeDocument/2006/relationships/slideLayout" Target="../slideLayouts/slideLayout1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30.png"/><Relationship Id="rId3" Type="http://schemas.openxmlformats.org/officeDocument/2006/relationships/image" Target="../media/image35.jpeg"/><Relationship Id="rId4" Type="http://schemas.openxmlformats.org/officeDocument/2006/relationships/slideLayout" Target="../slideLayouts/slideLayout1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slideLayout" Target="../slideLayouts/slideLayout11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7.png"/><Relationship Id="rId5" Type="http://schemas.openxmlformats.org/officeDocument/2006/relationships/image" Target="../media/image40.png"/><Relationship Id="rId6" Type="http://schemas.openxmlformats.org/officeDocument/2006/relationships/image" Target="../media/image41.sv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1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1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png"/><Relationship Id="rId3" Type="http://schemas.openxmlformats.org/officeDocument/2006/relationships/slideLayout" Target="../slideLayouts/slideLayout1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6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1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1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48.jpeg"/><Relationship Id="rId4" Type="http://schemas.openxmlformats.org/officeDocument/2006/relationships/slideLayout" Target="../slideLayouts/slideLayout11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image" Target="../media/image5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51.png"/><Relationship Id="rId7" Type="http://schemas.openxmlformats.org/officeDocument/2006/relationships/image" Target="../media/image52.svg"/><Relationship Id="rId8" Type="http://schemas.openxmlformats.org/officeDocument/2006/relationships/image" Target="../media/image53.png"/><Relationship Id="rId9" Type="http://schemas.openxmlformats.org/officeDocument/2006/relationships/image" Target="../media/image54.svg"/><Relationship Id="rId10" Type="http://schemas.openxmlformats.org/officeDocument/2006/relationships/image" Target="../media/image55.jpe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slideLayout" Target="../slideLayouts/slideLayout11.xml"/><Relationship Id="rId16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60.png"/><Relationship Id="rId6" Type="http://schemas.openxmlformats.org/officeDocument/2006/relationships/image" Target="../media/image17.png"/><Relationship Id="rId7" Type="http://schemas.openxmlformats.org/officeDocument/2006/relationships/image" Target="../media/image61.png"/><Relationship Id="rId8" Type="http://schemas.openxmlformats.org/officeDocument/2006/relationships/image" Target="../media/image62.svg"/><Relationship Id="rId9" Type="http://schemas.openxmlformats.org/officeDocument/2006/relationships/image" Target="../media/image63.png"/><Relationship Id="rId10" Type="http://schemas.openxmlformats.org/officeDocument/2006/relationships/image" Target="../media/image64.svg"/><Relationship Id="rId11" Type="http://schemas.openxmlformats.org/officeDocument/2006/relationships/image" Target="../media/image65.png"/><Relationship Id="rId12" Type="http://schemas.openxmlformats.org/officeDocument/2006/relationships/image" Target="../media/image66.svg"/><Relationship Id="rId13" Type="http://schemas.openxmlformats.org/officeDocument/2006/relationships/image" Target="../media/image20.png"/><Relationship Id="rId14" Type="http://schemas.openxmlformats.org/officeDocument/2006/relationships/image" Target="../media/image21.svg"/><Relationship Id="rId15" Type="http://schemas.openxmlformats.org/officeDocument/2006/relationships/image" Target="../media/image67.png"/><Relationship Id="rId16" Type="http://schemas.openxmlformats.org/officeDocument/2006/relationships/image" Target="../media/image68.svg"/><Relationship Id="rId17" Type="http://schemas.openxmlformats.org/officeDocument/2006/relationships/image" Target="../media/image40.png"/><Relationship Id="rId18" Type="http://schemas.openxmlformats.org/officeDocument/2006/relationships/image" Target="../media/image41.svg"/><Relationship Id="rId19" Type="http://schemas.openxmlformats.org/officeDocument/2006/relationships/image" Target="../media/image6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09120" cy="1820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November 05,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2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Box 2"/>
          <p:cNvSpPr/>
          <p:nvPr/>
        </p:nvSpPr>
        <p:spPr>
          <a:xfrm>
            <a:off x="122760" y="6404400"/>
            <a:ext cx="2101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4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2200" cy="95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5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0680" cy="12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"/>
          <p:cNvSpPr/>
          <p:nvPr/>
        </p:nvSpPr>
        <p:spPr>
          <a:xfrm>
            <a:off x="457200" y="3657600"/>
            <a:ext cx="11732040" cy="88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“Deciphering the black box”: leveraging shared-resource laboratory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resources to tackle spectral flow cytometry’s quirks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7" name="" descr=""/>
          <p:cNvPicPr/>
          <p:nvPr/>
        </p:nvPicPr>
        <p:blipFill>
          <a:blip r:embed="rId5"/>
          <a:stretch/>
        </p:blipFill>
        <p:spPr>
          <a:xfrm>
            <a:off x="842400" y="5126760"/>
            <a:ext cx="1061640" cy="1156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>
            <a:off x="6400800" y="4114800"/>
            <a:ext cx="5257800" cy="1143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"/>
          <p:cNvSpPr/>
          <p:nvPr/>
        </p:nvSpPr>
        <p:spPr>
          <a:xfrm>
            <a:off x="6400800" y="2534400"/>
            <a:ext cx="5250600" cy="12726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0" name=""/>
          <p:cNvSpPr/>
          <p:nvPr/>
        </p:nvSpPr>
        <p:spPr>
          <a:xfrm>
            <a:off x="6400800" y="914400"/>
            <a:ext cx="5250600" cy="12726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6393600" y="2534400"/>
            <a:ext cx="5257800" cy="12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Permits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400800" y="914400"/>
            <a:ext cx="5268600" cy="12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6400800" y="4114800"/>
            <a:ext cx="5257800" cy="12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can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5" name="Picture 1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7" name="Picture 70" descr=""/>
          <p:cNvPicPr/>
          <p:nvPr/>
        </p:nvPicPr>
        <p:blipFill>
          <a:blip r:embed="rId3"/>
          <a:stretch/>
        </p:blipFill>
        <p:spPr>
          <a:xfrm>
            <a:off x="793800" y="878400"/>
            <a:ext cx="5378400" cy="434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Making previously difficult studies possible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9" name="Picture 9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914400" y="3587400"/>
            <a:ext cx="5257800" cy="8154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"/>
          <p:cNvSpPr/>
          <p:nvPr/>
        </p:nvSpPr>
        <p:spPr>
          <a:xfrm>
            <a:off x="914400" y="2390400"/>
            <a:ext cx="5229360" cy="97704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"/>
          <p:cNvSpPr/>
          <p:nvPr/>
        </p:nvSpPr>
        <p:spPr>
          <a:xfrm>
            <a:off x="893160" y="1202400"/>
            <a:ext cx="5250600" cy="97704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14400" y="2390400"/>
            <a:ext cx="5257800" cy="12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Invaluable for clinical studies with limited biospecimen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→ 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93160" y="1202400"/>
            <a:ext cx="5247360" cy="97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→identify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subsets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have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previously been overlooked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914400" y="3587400"/>
            <a:ext cx="5257800" cy="815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understanding of immune system heterogeneity in response to infection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7" name="" descr=""/>
          <p:cNvPicPr/>
          <p:nvPr/>
        </p:nvPicPr>
        <p:blipFill>
          <a:blip r:embed="rId3"/>
          <a:stretch/>
        </p:blipFill>
        <p:spPr>
          <a:xfrm>
            <a:off x="6405120" y="91440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Sharing community best practices drives SFC success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Picture 9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"/>
          <p:cNvSpPr/>
          <p:nvPr/>
        </p:nvSpPr>
        <p:spPr>
          <a:xfrm>
            <a:off x="6401160" y="2746800"/>
            <a:ext cx="5257800" cy="6858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6" name=""/>
          <p:cNvSpPr/>
          <p:nvPr/>
        </p:nvSpPr>
        <p:spPr>
          <a:xfrm>
            <a:off x="6401160" y="1850400"/>
            <a:ext cx="5250600" cy="6660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"/>
          <p:cNvSpPr/>
          <p:nvPr/>
        </p:nvSpPr>
        <p:spPr>
          <a:xfrm>
            <a:off x="6401160" y="9144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393960" y="18504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sharing of best practices is what enables the acquisition of good quality data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401160" y="9144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 rapid and widespread adoption was not driven solely by the technology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401160" y="27468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hoarded our unmixing tips-and-tricks, fewer people would have switched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3"/>
          <a:stretch/>
        </p:blipFill>
        <p:spPr>
          <a:xfrm>
            <a:off x="914400" y="91440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SFC’s quirks are a force of nature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Picture 10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"/>
          <p:cNvSpPr/>
          <p:nvPr/>
        </p:nvSpPr>
        <p:spPr>
          <a:xfrm>
            <a:off x="932400" y="2995200"/>
            <a:ext cx="5257800" cy="6858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93240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"/>
          <p:cNvSpPr/>
          <p:nvPr/>
        </p:nvSpPr>
        <p:spPr>
          <a:xfrm>
            <a:off x="93240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925200" y="1846800"/>
            <a:ext cx="5257800" cy="97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Not something you can expect to throw random markers and fluorophores and do well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93240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SFC requires synthesis of a lot of factors to get good quality data out of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3240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of these quirks are still not well defined, and consequently no solutions exist.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5" name="" descr=""/>
          <p:cNvPicPr/>
          <p:nvPr/>
        </p:nvPicPr>
        <p:blipFill>
          <a:blip r:embed="rId3"/>
          <a:stretch/>
        </p:blipFill>
        <p:spPr>
          <a:xfrm>
            <a:off x="63979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Co-expression in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Picture 10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3" name=""/>
          <p:cNvSpPr/>
          <p:nvPr/>
        </p:nvSpPr>
        <p:spPr>
          <a:xfrm>
            <a:off x="640476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640476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"/>
          <p:cNvSpPr/>
          <p:nvPr/>
        </p:nvSpPr>
        <p:spPr>
          <a:xfrm>
            <a:off x="640476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6397560" y="1846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x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x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640476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occurs on a cell-by-cell basis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440760" y="2995200"/>
            <a:ext cx="5257800" cy="97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unmixing with the same matrix, co-expression of markers can drive similar effect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6417000" y="4132800"/>
            <a:ext cx="5265000" cy="6678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400800" y="4132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Explains why different population of cells are shifted vs. each other for certain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3"/>
          <a:stretch/>
        </p:blipFill>
        <p:spPr>
          <a:xfrm>
            <a:off x="9187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Unstained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7" name="Picture 10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"/>
          <p:cNvSpPr/>
          <p:nvPr/>
        </p:nvSpPr>
        <p:spPr>
          <a:xfrm>
            <a:off x="89712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89712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1" name=""/>
          <p:cNvSpPr/>
          <p:nvPr/>
        </p:nvSpPr>
        <p:spPr>
          <a:xfrm>
            <a:off x="89712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889920" y="1846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 cell shares the exact same number of autofluorescent compounds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89712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cells have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3312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autofluorescence as a running average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909360" y="4132800"/>
            <a:ext cx="5265000" cy="6678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893160" y="4132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running average differs, two autofluorescence form.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897120" y="505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897120" y="505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Unaccounting for additional autofluorescence introduces unmixing errors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" descr=""/>
          <p:cNvPicPr/>
          <p:nvPr/>
        </p:nvPicPr>
        <p:blipFill>
          <a:blip r:embed="rId3"/>
          <a:stretch/>
        </p:blipFill>
        <p:spPr>
          <a:xfrm>
            <a:off x="64051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Single-color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" name="Picture 10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6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7" name="" descr=""/>
          <p:cNvPicPr/>
          <p:nvPr/>
        </p:nvPicPr>
        <p:blipFill>
          <a:blip r:embed="rId3"/>
          <a:stretch/>
        </p:blipFill>
        <p:spPr>
          <a:xfrm>
            <a:off x="9187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"/>
          <p:cNvSpPr/>
          <p:nvPr/>
        </p:nvSpPr>
        <p:spPr>
          <a:xfrm>
            <a:off x="640548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9" name=""/>
          <p:cNvSpPr/>
          <p:nvPr/>
        </p:nvSpPr>
        <p:spPr>
          <a:xfrm>
            <a:off x="640548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"/>
          <p:cNvSpPr/>
          <p:nvPr/>
        </p:nvSpPr>
        <p:spPr>
          <a:xfrm>
            <a:off x="640548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6398280" y="1846800"/>
            <a:ext cx="5257800" cy="66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can be damaged or break apart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640548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have characteristic spectra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644148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Matching the spectra better unmixing results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Instrumental changes over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Picture 10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"/>
          <p:cNvSpPr/>
          <p:nvPr/>
        </p:nvSpPr>
        <p:spPr>
          <a:xfrm>
            <a:off x="89748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89748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3" name=""/>
          <p:cNvSpPr/>
          <p:nvPr/>
        </p:nvSpPr>
        <p:spPr>
          <a:xfrm>
            <a:off x="89748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90280" y="1846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Attempts to stably maintain instrument performance with QC beads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9748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Instruments change over time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93348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Severe enough changes in laser, array or fluidics can escape fixing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909720" y="4132800"/>
            <a:ext cx="5265000" cy="6678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93520" y="4132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Damage to the QC beads can lead to badly set settings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" descr=""/>
          <p:cNvPicPr/>
          <p:nvPr/>
        </p:nvPicPr>
        <p:blipFill>
          <a:blip r:embed="rId3"/>
          <a:stretch/>
        </p:blipFill>
        <p:spPr>
          <a:xfrm>
            <a:off x="64051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Mix art, science and hoodoo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Picture 10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6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7" name=""/>
          <p:cNvSpPr/>
          <p:nvPr/>
        </p:nvSpPr>
        <p:spPr>
          <a:xfrm>
            <a:off x="640584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"/>
          <p:cNvSpPr/>
          <p:nvPr/>
        </p:nvSpPr>
        <p:spPr>
          <a:xfrm>
            <a:off x="640584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640584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6398640" y="1846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Community best practices arise from a mix of forces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40584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issues arise, how each individual troubleshoots varies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644184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are pretty well understood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6418080" y="4132800"/>
            <a:ext cx="5265000" cy="6678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401880" y="4132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Some are not well understood, and the “fix” may be doing more harm than good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3"/>
          <a:stretch/>
        </p:blipFill>
        <p:spPr>
          <a:xfrm>
            <a:off x="918720" y="91440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SRLs as force for good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1" name="Picture 10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"/>
          <p:cNvSpPr/>
          <p:nvPr/>
        </p:nvSpPr>
        <p:spPr>
          <a:xfrm>
            <a:off x="93420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5" name=""/>
          <p:cNvSpPr/>
          <p:nvPr/>
        </p:nvSpPr>
        <p:spPr>
          <a:xfrm>
            <a:off x="93420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93420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27000" y="1846800"/>
            <a:ext cx="5257800" cy="97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Wealth of technical expertise, broad perspective arising from experience with broad array of panels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3420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Shared resource laboratories play important roles for the community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7020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Provide access to better instruments for a wider pool of researchers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946440" y="4132800"/>
            <a:ext cx="5265000" cy="6678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30240" y="4132800"/>
            <a:ext cx="5257800" cy="68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Help catch and correct instrumental issues before it becomes a $300,000 paperweight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Wide range of panels and cell types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7" name="Picture 10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3"/>
          <a:stretch/>
        </p:blipFill>
        <p:spPr>
          <a:xfrm>
            <a:off x="91440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"/>
          <p:cNvSpPr/>
          <p:nvPr/>
        </p:nvSpPr>
        <p:spPr>
          <a:xfrm>
            <a:off x="640656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640656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2" name=""/>
          <p:cNvSpPr/>
          <p:nvPr/>
        </p:nvSpPr>
        <p:spPr>
          <a:xfrm>
            <a:off x="640656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6399360" y="1846800"/>
            <a:ext cx="5257800" cy="66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Variation in panels, tissues, goals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640656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Wide range of users using facilities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644256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Context that often individual researchers may miss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Instruments over lifespan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1" name="Picture 10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2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3" name="" descr=""/>
          <p:cNvPicPr/>
          <p:nvPr/>
        </p:nvPicPr>
        <p:blipFill>
          <a:blip r:embed="rId3"/>
          <a:stretch/>
        </p:blipFill>
        <p:spPr>
          <a:xfrm>
            <a:off x="640512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"/>
          <p:cNvSpPr/>
          <p:nvPr/>
        </p:nvSpPr>
        <p:spPr>
          <a:xfrm>
            <a:off x="898920" y="2995200"/>
            <a:ext cx="5257800" cy="8910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5" name=""/>
          <p:cNvSpPr/>
          <p:nvPr/>
        </p:nvSpPr>
        <p:spPr>
          <a:xfrm>
            <a:off x="898920" y="1846800"/>
            <a:ext cx="5268600" cy="89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"/>
          <p:cNvSpPr/>
          <p:nvPr/>
        </p:nvSpPr>
        <p:spPr>
          <a:xfrm>
            <a:off x="898920" y="910800"/>
            <a:ext cx="5250600" cy="68580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891720" y="1846800"/>
            <a:ext cx="5257800" cy="66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 good times, and bad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898920" y="910800"/>
            <a:ext cx="5268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Interact with instruments over their lifespan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934920" y="2995200"/>
            <a:ext cx="52578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Data at the individual instrument wealth of technical data if tools to leverage are present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Who spots the issues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Picture 11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9" name="" descr=""/>
          <p:cNvPicPr/>
          <p:nvPr/>
        </p:nvPicPr>
        <p:blipFill>
          <a:blip r:embed="rId3"/>
          <a:stretch/>
        </p:blipFill>
        <p:spPr>
          <a:xfrm>
            <a:off x="914400" y="86112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Im tired maaannn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7" name="Picture 11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 the detection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Picture 11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decipher some underlying unanswered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7" name="Picture 11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Manufacturer accessability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7" name="Picture 1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we do as far as QC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7" name="Picture 1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 little programming knowledge makes you dangerous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7" name="Picture 1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Things you may have not known about your Aurora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7" name="Picture 1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Sit Flushes in App Log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7" name="Picture 1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Usage Plots vs. hour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7" name="Picture 2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Commando Users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Picture 2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Usage Pattern Over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7" name="Picture 2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Usage Pattern Over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Picture 2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CSV folder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7" name="Picture 2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Temperature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7" name="Picture 2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Time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7" name="Picture 3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Parse for errors, sequences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Picture 32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FCS files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7" name="Picture 3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QC doing what is says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7" name="Picture 34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CSVs to dashboard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7" name="Picture 3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Damaged QC beads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7" name="Picture 3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Expt files undefined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7" name="Picture 3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Users not knowing about threshold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7" name="Picture 3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Correct antibody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7" name="Picture 3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Stain index and prediction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7" name="Picture 4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Correlating variation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7" name="Picture 4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 my unstained zombied?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Picture 4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Future works in progress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7" name="Picture 4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Regardless, what one person can do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7" name="Picture 4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But what if we had a community soapbox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7" name="Picture 6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Manufacturers can help or get out of the way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7" name="Picture 63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Rise together stronger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7" name="Picture 80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Open-source and shared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7" name="Picture 81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 not just for the analyst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7" name="Picture 64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 slides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7" name="Picture 65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scripts are here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7" name="Picture 66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Call for Cytometry QC data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7" name="Picture 67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9" name="" descr=""/>
          <p:cNvPicPr/>
          <p:nvPr/>
        </p:nvPicPr>
        <p:blipFill>
          <a:blip r:embed="rId3"/>
          <a:stretch/>
        </p:blipFill>
        <p:spPr>
          <a:xfrm>
            <a:off x="933840" y="86184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7" name="Picture 68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9" name="" descr=""/>
          <p:cNvPicPr/>
          <p:nvPr/>
        </p:nvPicPr>
        <p:blipFill>
          <a:blip r:embed="rId3"/>
          <a:stretch/>
        </p:blipFill>
        <p:spPr>
          <a:xfrm>
            <a:off x="6405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6400800" y="685800"/>
            <a:ext cx="5250600" cy="548640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914400" y="685800"/>
            <a:ext cx="5250600" cy="5486760"/>
          </a:xfrm>
          <a:prstGeom prst="rect">
            <a:avLst/>
          </a:prstGeom>
          <a:solidFill>
            <a:srgbClr val="81d41a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21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Questions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914400" y="685800"/>
            <a:ext cx="0" cy="5486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 flipH="1">
            <a:off x="914400" y="6172200"/>
            <a:ext cx="10744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 flipV="1">
            <a:off x="11658600" y="685800"/>
            <a:ext cx="0" cy="5486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914400" y="685800"/>
            <a:ext cx="10744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7" name="Picture 69" descr=""/>
          <p:cNvPicPr/>
          <p:nvPr/>
        </p:nvPicPr>
        <p:blipFill>
          <a:blip r:embed="rId1"/>
          <a:stretch/>
        </p:blipFill>
        <p:spPr>
          <a:xfrm>
            <a:off x="10972800" y="6292800"/>
            <a:ext cx="914400" cy="29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8" name="" descr=""/>
          <p:cNvPicPr/>
          <p:nvPr/>
        </p:nvPicPr>
        <p:blipFill>
          <a:blip r:embed="rId2"/>
          <a:stretch/>
        </p:blipFill>
        <p:spPr>
          <a:xfrm>
            <a:off x="264600" y="6171840"/>
            <a:ext cx="1766880" cy="457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9" name="" descr=""/>
          <p:cNvPicPr/>
          <p:nvPr/>
        </p:nvPicPr>
        <p:blipFill>
          <a:blip r:embed="rId3"/>
          <a:stretch/>
        </p:blipFill>
        <p:spPr>
          <a:xfrm>
            <a:off x="933480" y="861480"/>
            <a:ext cx="5253480" cy="393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0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3160" cy="29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1" name=""/>
          <p:cNvSpPr/>
          <p:nvPr/>
        </p:nvSpPr>
        <p:spPr>
          <a:xfrm>
            <a:off x="230040" y="1229040"/>
            <a:ext cx="5479560" cy="136476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02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"/>
          <p:cNvSpPr/>
          <p:nvPr/>
        </p:nvSpPr>
        <p:spPr>
          <a:xfrm>
            <a:off x="101880" y="89280"/>
            <a:ext cx="1200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Rectangle 78"/>
          <p:cNvSpPr/>
          <p:nvPr/>
        </p:nvSpPr>
        <p:spPr>
          <a:xfrm>
            <a:off x="228600" y="1192680"/>
            <a:ext cx="54846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228600" y="4343400"/>
            <a:ext cx="5479560" cy="136476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228600" y="2780640"/>
            <a:ext cx="5479560" cy="136476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8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9" name=""/>
          <p:cNvSpPr/>
          <p:nvPr/>
        </p:nvSpPr>
        <p:spPr>
          <a:xfrm>
            <a:off x="101880" y="89280"/>
            <a:ext cx="1200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1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8440" cy="464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2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7600" cy="113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>
            <a:off x="4343400" y="3429000"/>
            <a:ext cx="3423960" cy="68076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14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5" name=""/>
          <p:cNvSpPr/>
          <p:nvPr/>
        </p:nvSpPr>
        <p:spPr>
          <a:xfrm>
            <a:off x="0" y="41040"/>
            <a:ext cx="12110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7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4200" cy="1821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8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4120" cy="196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9" name=""/>
          <p:cNvSpPr/>
          <p:nvPr/>
        </p:nvSpPr>
        <p:spPr>
          <a:xfrm>
            <a:off x="687600" y="3476520"/>
            <a:ext cx="3422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"/>
          <p:cNvSpPr/>
          <p:nvPr/>
        </p:nvSpPr>
        <p:spPr>
          <a:xfrm>
            <a:off x="8208000" y="3428640"/>
            <a:ext cx="3422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4343400" y="3475800"/>
            <a:ext cx="3422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2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7000" cy="221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"/>
          <p:cNvSpPr/>
          <p:nvPr/>
        </p:nvSpPr>
        <p:spPr>
          <a:xfrm>
            <a:off x="8206200" y="3428640"/>
            <a:ext cx="3423960" cy="6807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4" name=""/>
          <p:cNvSpPr/>
          <p:nvPr/>
        </p:nvSpPr>
        <p:spPr>
          <a:xfrm>
            <a:off x="685800" y="3429000"/>
            <a:ext cx="3423960" cy="68076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25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5200" cy="145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6" name=""/>
          <p:cNvSpPr/>
          <p:nvPr/>
        </p:nvSpPr>
        <p:spPr>
          <a:xfrm>
            <a:off x="6172200" y="5943600"/>
            <a:ext cx="2509560" cy="68076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27" name="Picture 1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0960" cy="172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6930000" y="6100200"/>
            <a:ext cx="958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"/>
          <p:cNvSpPr/>
          <p:nvPr/>
        </p:nvSpPr>
        <p:spPr>
          <a:xfrm>
            <a:off x="5787000" y="3558600"/>
            <a:ext cx="4725000" cy="78192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09480" cy="693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1" name="Picture 5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5600" cy="52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2" name="Picture 6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4840" cy="475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3" name="Rectangle 5"/>
          <p:cNvSpPr/>
          <p:nvPr/>
        </p:nvSpPr>
        <p:spPr>
          <a:xfrm>
            <a:off x="5730480" y="2142360"/>
            <a:ext cx="546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Rectangle 6"/>
          <p:cNvSpPr/>
          <p:nvPr/>
        </p:nvSpPr>
        <p:spPr>
          <a:xfrm>
            <a:off x="5751000" y="4163760"/>
            <a:ext cx="498960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Rectangle 8"/>
          <p:cNvSpPr/>
          <p:nvPr/>
        </p:nvSpPr>
        <p:spPr>
          <a:xfrm>
            <a:off x="5751000" y="3177360"/>
            <a:ext cx="546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5787000" y="4601880"/>
            <a:ext cx="4725000" cy="78192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"/>
          <p:cNvSpPr/>
          <p:nvPr/>
        </p:nvSpPr>
        <p:spPr>
          <a:xfrm>
            <a:off x="5751000" y="2572200"/>
            <a:ext cx="4761000" cy="78192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8" name="Picture 7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5120" cy="157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09480" cy="693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0" name="Picture 2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5600" cy="52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1" name="Picture 3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5920" cy="443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2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3760" cy="1687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3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0480" cy="498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0480" cy="498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5" name="Picture 8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1400" cy="1594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09480" cy="693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7" name="Picture 9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5600" cy="52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8" name="Picture 10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3920" cy="517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49000" cy="456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0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"/>
          <p:cNvSpPr/>
          <p:nvPr/>
        </p:nvSpPr>
        <p:spPr>
          <a:xfrm>
            <a:off x="1143000" y="4141440"/>
            <a:ext cx="1181880" cy="303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1143000" y="1525320"/>
            <a:ext cx="1181880" cy="5173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4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5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6" name="PlaceHolder 4"/>
          <p:cNvSpPr/>
          <p:nvPr/>
        </p:nvSpPr>
        <p:spPr>
          <a:xfrm>
            <a:off x="231840" y="47880"/>
            <a:ext cx="12107520" cy="6332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7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5320" cy="479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8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9" name=""/>
          <p:cNvSpPr/>
          <p:nvPr/>
        </p:nvSpPr>
        <p:spPr>
          <a:xfrm>
            <a:off x="1600200" y="4239000"/>
            <a:ext cx="1110240" cy="303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1600200" y="1537560"/>
            <a:ext cx="1110240" cy="5173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2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3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4" name="PlaceHolder 5"/>
          <p:cNvSpPr/>
          <p:nvPr/>
        </p:nvSpPr>
        <p:spPr>
          <a:xfrm>
            <a:off x="0" y="228600"/>
            <a:ext cx="12107520" cy="6332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/>
          <p:nvPr/>
        </p:nvSpPr>
        <p:spPr>
          <a:xfrm>
            <a:off x="7317000" y="1144800"/>
            <a:ext cx="4565160" cy="136476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6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7" name=""/>
          <p:cNvSpPr/>
          <p:nvPr/>
        </p:nvSpPr>
        <p:spPr>
          <a:xfrm>
            <a:off x="101880" y="89280"/>
            <a:ext cx="1200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How to identify problematic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8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"/>
          <p:cNvSpPr/>
          <p:nvPr/>
        </p:nvSpPr>
        <p:spPr>
          <a:xfrm>
            <a:off x="7399800" y="1143000"/>
            <a:ext cx="45669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7315200" y="2514600"/>
            <a:ext cx="45669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7387200" y="3922200"/>
            <a:ext cx="456696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"/>
          <p:cNvSpPr/>
          <p:nvPr/>
        </p:nvSpPr>
        <p:spPr>
          <a:xfrm>
            <a:off x="7315200" y="2552400"/>
            <a:ext cx="4565160" cy="136476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3" name=""/>
          <p:cNvSpPr/>
          <p:nvPr/>
        </p:nvSpPr>
        <p:spPr>
          <a:xfrm>
            <a:off x="7281000" y="3994200"/>
            <a:ext cx="4565160" cy="136476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74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6586200" cy="319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5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160" cy="59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7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400" cy="248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8" name="TextBox 7"/>
          <p:cNvSpPr/>
          <p:nvPr/>
        </p:nvSpPr>
        <p:spPr>
          <a:xfrm>
            <a:off x="1491480" y="5803560"/>
            <a:ext cx="1973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9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080" cy="150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0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1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2" name=""/>
          <p:cNvSpPr/>
          <p:nvPr/>
        </p:nvSpPr>
        <p:spPr>
          <a:xfrm>
            <a:off x="6028200" y="914400"/>
            <a:ext cx="4111200" cy="54828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3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160" cy="59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5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400" cy="248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6" name="TextBox 11"/>
          <p:cNvSpPr/>
          <p:nvPr/>
        </p:nvSpPr>
        <p:spPr>
          <a:xfrm>
            <a:off x="1491480" y="5803560"/>
            <a:ext cx="1973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7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080" cy="150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8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9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"/>
          <p:cNvSpPr/>
          <p:nvPr/>
        </p:nvSpPr>
        <p:spPr>
          <a:xfrm>
            <a:off x="7979400" y="1143000"/>
            <a:ext cx="2073960" cy="5254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1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160" cy="59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7520" cy="633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3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0400" cy="248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4" name="TextBox 12"/>
          <p:cNvSpPr/>
          <p:nvPr/>
        </p:nvSpPr>
        <p:spPr>
          <a:xfrm>
            <a:off x="1491480" y="5803560"/>
            <a:ext cx="1973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5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080" cy="150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6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6520" cy="39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7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09680" cy="635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9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0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1" name=""/>
          <p:cNvSpPr/>
          <p:nvPr/>
        </p:nvSpPr>
        <p:spPr>
          <a:xfrm>
            <a:off x="6487920" y="2309040"/>
            <a:ext cx="4540680" cy="201348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02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1640" cy="154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3" name=""/>
          <p:cNvSpPr/>
          <p:nvPr/>
        </p:nvSpPr>
        <p:spPr>
          <a:xfrm>
            <a:off x="6993360" y="3948120"/>
            <a:ext cx="3530160" cy="3344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"/>
          <p:cNvSpPr/>
          <p:nvPr/>
        </p:nvSpPr>
        <p:spPr>
          <a:xfrm>
            <a:off x="928440" y="3677040"/>
            <a:ext cx="5046120" cy="201348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05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3400" cy="146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"/>
          <p:cNvSpPr/>
          <p:nvPr/>
        </p:nvSpPr>
        <p:spPr>
          <a:xfrm>
            <a:off x="1686600" y="5356080"/>
            <a:ext cx="3529800" cy="3344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914400" y="1143000"/>
            <a:ext cx="5060160" cy="227304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908" name=""/>
          <p:cNvGrpSpPr/>
          <p:nvPr/>
        </p:nvGrpSpPr>
        <p:grpSpPr>
          <a:xfrm>
            <a:off x="1686600" y="1233360"/>
            <a:ext cx="3942000" cy="1779480"/>
            <a:chOff x="1686600" y="1233360"/>
            <a:chExt cx="3942000" cy="1779480"/>
          </a:xfrm>
        </p:grpSpPr>
        <p:sp>
          <p:nvSpPr>
            <p:cNvPr id="909" name="Arrow: Right 2"/>
            <p:cNvSpPr/>
            <p:nvPr/>
          </p:nvSpPr>
          <p:spPr>
            <a:xfrm rot="10800000">
              <a:off x="4873320" y="1359360"/>
              <a:ext cx="413640" cy="21708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910" name="TextBox 4"/>
            <p:cNvSpPr/>
            <p:nvPr/>
          </p:nvSpPr>
          <p:spPr>
            <a:xfrm>
              <a:off x="4759200" y="1613520"/>
              <a:ext cx="86940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911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0520" cy="177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12" name="TextBox 3"/>
            <p:cNvSpPr/>
            <p:nvPr/>
          </p:nvSpPr>
          <p:spPr>
            <a:xfrm>
              <a:off x="3405960" y="1486440"/>
              <a:ext cx="623520" cy="31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3" name="Arrow: Right 1"/>
            <p:cNvSpPr/>
            <p:nvPr/>
          </p:nvSpPr>
          <p:spPr>
            <a:xfrm>
              <a:off x="4076640" y="1538280"/>
              <a:ext cx="215640" cy="21672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914" name=""/>
          <p:cNvSpPr/>
          <p:nvPr/>
        </p:nvSpPr>
        <p:spPr>
          <a:xfrm>
            <a:off x="1939320" y="3027960"/>
            <a:ext cx="2771280" cy="33444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"/>
          <p:cNvSpPr/>
          <p:nvPr/>
        </p:nvSpPr>
        <p:spPr>
          <a:xfrm>
            <a:off x="516600" y="3854880"/>
            <a:ext cx="6167520" cy="7142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6" name=""/>
          <p:cNvSpPr/>
          <p:nvPr/>
        </p:nvSpPr>
        <p:spPr>
          <a:xfrm>
            <a:off x="509400" y="2660400"/>
            <a:ext cx="6174720" cy="101952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17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3280" cy="296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8" name=""/>
          <p:cNvSpPr/>
          <p:nvPr/>
        </p:nvSpPr>
        <p:spPr>
          <a:xfrm>
            <a:off x="277200" y="961920"/>
            <a:ext cx="5586840" cy="63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9" name=""/>
          <p:cNvSpPr/>
          <p:nvPr/>
        </p:nvSpPr>
        <p:spPr>
          <a:xfrm>
            <a:off x="468000" y="2588400"/>
            <a:ext cx="64321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480600" y="3813840"/>
            <a:ext cx="639612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0" y="47520"/>
            <a:ext cx="12339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2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3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4" name=""/>
          <p:cNvSpPr/>
          <p:nvPr/>
        </p:nvSpPr>
        <p:spPr>
          <a:xfrm>
            <a:off x="516600" y="1444320"/>
            <a:ext cx="6166800" cy="105624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5" name=""/>
          <p:cNvSpPr/>
          <p:nvPr/>
        </p:nvSpPr>
        <p:spPr>
          <a:xfrm>
            <a:off x="473400" y="1408320"/>
            <a:ext cx="61747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"/>
          <p:cNvSpPr/>
          <p:nvPr/>
        </p:nvSpPr>
        <p:spPr>
          <a:xfrm>
            <a:off x="5257800" y="2861640"/>
            <a:ext cx="5938200" cy="98460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7" name=""/>
          <p:cNvSpPr/>
          <p:nvPr/>
        </p:nvSpPr>
        <p:spPr>
          <a:xfrm>
            <a:off x="5255280" y="4057920"/>
            <a:ext cx="5950800" cy="108828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8" name=""/>
          <p:cNvSpPr/>
          <p:nvPr/>
        </p:nvSpPr>
        <p:spPr>
          <a:xfrm>
            <a:off x="5258520" y="1494720"/>
            <a:ext cx="5938200" cy="11358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29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1800" cy="201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0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7320" cy="199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1" name=""/>
          <p:cNvSpPr/>
          <p:nvPr/>
        </p:nvSpPr>
        <p:spPr>
          <a:xfrm>
            <a:off x="5259240" y="1539000"/>
            <a:ext cx="61660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"/>
          <p:cNvSpPr/>
          <p:nvPr/>
        </p:nvSpPr>
        <p:spPr>
          <a:xfrm>
            <a:off x="5221800" y="3987360"/>
            <a:ext cx="59482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"/>
          <p:cNvSpPr/>
          <p:nvPr/>
        </p:nvSpPr>
        <p:spPr>
          <a:xfrm>
            <a:off x="5257800" y="2791080"/>
            <a:ext cx="593820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46800"/>
            <a:ext cx="121874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5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5440" cy="3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6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7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48000" cy="262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"/>
          <p:cNvSpPr/>
          <p:nvPr/>
        </p:nvSpPr>
        <p:spPr>
          <a:xfrm>
            <a:off x="217800" y="2178000"/>
            <a:ext cx="4350600" cy="172656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9" name=""/>
          <p:cNvSpPr/>
          <p:nvPr/>
        </p:nvSpPr>
        <p:spPr>
          <a:xfrm>
            <a:off x="251280" y="4057920"/>
            <a:ext cx="4317120" cy="165348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0" name=""/>
          <p:cNvSpPr/>
          <p:nvPr/>
        </p:nvSpPr>
        <p:spPr>
          <a:xfrm>
            <a:off x="228600" y="1494720"/>
            <a:ext cx="4313880" cy="5590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1" name=""/>
          <p:cNvSpPr/>
          <p:nvPr/>
        </p:nvSpPr>
        <p:spPr>
          <a:xfrm>
            <a:off x="255240" y="1539000"/>
            <a:ext cx="431316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"/>
          <p:cNvSpPr/>
          <p:nvPr/>
        </p:nvSpPr>
        <p:spPr>
          <a:xfrm>
            <a:off x="217800" y="3987360"/>
            <a:ext cx="435060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"/>
          <p:cNvSpPr/>
          <p:nvPr/>
        </p:nvSpPr>
        <p:spPr>
          <a:xfrm>
            <a:off x="181800" y="2142000"/>
            <a:ext cx="438660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0" y="46800"/>
            <a:ext cx="121874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5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4040" cy="3524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46" name=""/>
          <p:cNvGrpSpPr/>
          <p:nvPr/>
        </p:nvGrpSpPr>
        <p:grpSpPr>
          <a:xfrm>
            <a:off x="4800600" y="1092600"/>
            <a:ext cx="6625800" cy="2104200"/>
            <a:chOff x="4800600" y="1092600"/>
            <a:chExt cx="6625800" cy="2104200"/>
          </a:xfrm>
        </p:grpSpPr>
        <p:pic>
          <p:nvPicPr>
            <p:cNvPr id="947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5800" cy="2096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48" name=""/>
            <p:cNvSpPr/>
            <p:nvPr/>
          </p:nvSpPr>
          <p:spPr>
            <a:xfrm>
              <a:off x="5064120" y="1103040"/>
              <a:ext cx="3308040" cy="19008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949" name=""/>
            <p:cNvSpPr/>
            <p:nvPr/>
          </p:nvSpPr>
          <p:spPr>
            <a:xfrm>
              <a:off x="8028000" y="1092600"/>
              <a:ext cx="3308040" cy="18972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950" name="Picture 96" descr="A group of images of a square&#10;&#10;AI-generated content may be incorrect."/>
          <p:cNvPicPr/>
          <p:nvPr/>
        </p:nvPicPr>
        <p:blipFill>
          <a:blip r:embed="rId3"/>
          <a:srcRect l="0" t="66962" r="0" b="0"/>
          <a:stretch/>
        </p:blipFill>
        <p:spPr>
          <a:xfrm>
            <a:off x="5029200" y="3373200"/>
            <a:ext cx="6060600" cy="256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1" name="TextBox 10"/>
          <p:cNvSpPr/>
          <p:nvPr/>
        </p:nvSpPr>
        <p:spPr>
          <a:xfrm>
            <a:off x="5221800" y="5943600"/>
            <a:ext cx="31968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Box 13"/>
          <p:cNvSpPr/>
          <p:nvPr/>
        </p:nvSpPr>
        <p:spPr>
          <a:xfrm>
            <a:off x="8001000" y="5991120"/>
            <a:ext cx="31968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"/>
          <p:cNvSpPr/>
          <p:nvPr/>
        </p:nvSpPr>
        <p:spPr>
          <a:xfrm rot="7421400">
            <a:off x="9691560" y="1180440"/>
            <a:ext cx="453600" cy="4536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96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5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640" cy="3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57" name=""/>
          <p:cNvGrpSpPr/>
          <p:nvPr/>
        </p:nvGrpSpPr>
        <p:grpSpPr>
          <a:xfrm>
            <a:off x="5486400" y="1150920"/>
            <a:ext cx="6252120" cy="4335120"/>
            <a:chOff x="5486400" y="1150920"/>
            <a:chExt cx="6252120" cy="4335120"/>
          </a:xfrm>
        </p:grpSpPr>
        <p:pic>
          <p:nvPicPr>
            <p:cNvPr id="958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2120" cy="4335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59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38200" cy="25668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60" name=""/>
          <p:cNvSpPr/>
          <p:nvPr/>
        </p:nvSpPr>
        <p:spPr>
          <a:xfrm>
            <a:off x="444600" y="1150920"/>
            <a:ext cx="4563720" cy="4560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61" name="Rectangle 9"/>
          <p:cNvSpPr/>
          <p:nvPr/>
        </p:nvSpPr>
        <p:spPr>
          <a:xfrm>
            <a:off x="415440" y="1186920"/>
            <a:ext cx="460980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96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3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640" cy="3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4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7320" cy="150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5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4240" cy="401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6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69560" cy="145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7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2160" cy="119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8" name="PlaceHolder 27"/>
          <p:cNvSpPr/>
          <p:nvPr/>
        </p:nvSpPr>
        <p:spPr>
          <a:xfrm>
            <a:off x="613800" y="4836600"/>
            <a:ext cx="1546560" cy="1043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9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3680" cy="35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"/>
          <p:cNvSpPr/>
          <p:nvPr/>
        </p:nvSpPr>
        <p:spPr>
          <a:xfrm>
            <a:off x="6629400" y="1467000"/>
            <a:ext cx="4336920" cy="3784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71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8160" cy="552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Rectangle 23"/>
          <p:cNvSpPr/>
          <p:nvPr/>
        </p:nvSpPr>
        <p:spPr>
          <a:xfrm>
            <a:off x="6665400" y="1467000"/>
            <a:ext cx="4594320" cy="37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4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"/>
          <p:cNvSpPr/>
          <p:nvPr/>
        </p:nvSpPr>
        <p:spPr>
          <a:xfrm>
            <a:off x="252000" y="1238040"/>
            <a:ext cx="4649760" cy="42415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Rectangle 24"/>
          <p:cNvSpPr/>
          <p:nvPr/>
        </p:nvSpPr>
        <p:spPr>
          <a:xfrm>
            <a:off x="307440" y="1443600"/>
            <a:ext cx="4594320" cy="37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9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0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6760" cy="441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120" cy="3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"/>
          <p:cNvSpPr/>
          <p:nvPr/>
        </p:nvSpPr>
        <p:spPr>
          <a:xfrm>
            <a:off x="6773760" y="914400"/>
            <a:ext cx="4649760" cy="4794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Rectangle 25"/>
          <p:cNvSpPr/>
          <p:nvPr/>
        </p:nvSpPr>
        <p:spPr>
          <a:xfrm>
            <a:off x="6828480" y="1048680"/>
            <a:ext cx="4594320" cy="44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5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86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0080" cy="480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"/>
          <p:cNvSpPr/>
          <p:nvPr/>
        </p:nvSpPr>
        <p:spPr>
          <a:xfrm>
            <a:off x="685800" y="2561400"/>
            <a:ext cx="4649760" cy="13651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2400" cy="1315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Rectangle 26"/>
          <p:cNvSpPr/>
          <p:nvPr/>
        </p:nvSpPr>
        <p:spPr>
          <a:xfrm>
            <a:off x="717480" y="2561400"/>
            <a:ext cx="459432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0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080" cy="39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1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2000" cy="503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"/>
          <p:cNvSpPr/>
          <p:nvPr/>
        </p:nvSpPr>
        <p:spPr>
          <a:xfrm>
            <a:off x="2569320" y="4523400"/>
            <a:ext cx="6621120" cy="1591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9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96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Rectangle 4"/>
          <p:cNvSpPr/>
          <p:nvPr/>
        </p:nvSpPr>
        <p:spPr>
          <a:xfrm>
            <a:off x="2569320" y="4523400"/>
            <a:ext cx="702252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5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640" cy="3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6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2120" cy="3439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8" name=""/>
          <p:cNvSpPr/>
          <p:nvPr/>
        </p:nvSpPr>
        <p:spPr>
          <a:xfrm rot="19411800">
            <a:off x="10548000" y="793440"/>
            <a:ext cx="453240" cy="910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96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As scientist, our community is our strength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0" name="Picture 4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640" cy="3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1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2" name="" descr=""/>
          <p:cNvPicPr/>
          <p:nvPr/>
        </p:nvPicPr>
        <p:blipFill>
          <a:blip r:embed="rId3"/>
          <a:srcRect l="0" t="0" r="32212" b="0"/>
          <a:stretch/>
        </p:blipFill>
        <p:spPr>
          <a:xfrm>
            <a:off x="2971800" y="1371600"/>
            <a:ext cx="4327920" cy="3481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096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Just my two over-caffeinated cents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4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3640" cy="3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5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6" name="" descr=""/>
          <p:cNvPicPr/>
          <p:nvPr/>
        </p:nvPicPr>
        <p:blipFill>
          <a:blip r:embed="rId3"/>
          <a:stretch/>
        </p:blipFill>
        <p:spPr>
          <a:xfrm>
            <a:off x="2871720" y="1233720"/>
            <a:ext cx="6956640" cy="3794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8686800" y="5137200"/>
            <a:ext cx="3088440" cy="417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8" name=""/>
          <p:cNvSpPr/>
          <p:nvPr/>
        </p:nvSpPr>
        <p:spPr>
          <a:xfrm>
            <a:off x="349200" y="4885200"/>
            <a:ext cx="2161440" cy="597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09" name=""/>
          <p:cNvSpPr/>
          <p:nvPr/>
        </p:nvSpPr>
        <p:spPr>
          <a:xfrm>
            <a:off x="10395000" y="2685600"/>
            <a:ext cx="1363320" cy="6775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0" name=""/>
          <p:cNvSpPr/>
          <p:nvPr/>
        </p:nvSpPr>
        <p:spPr>
          <a:xfrm>
            <a:off x="8458200" y="2649600"/>
            <a:ext cx="1363320" cy="6775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1" name=""/>
          <p:cNvSpPr/>
          <p:nvPr/>
        </p:nvSpPr>
        <p:spPr>
          <a:xfrm>
            <a:off x="4102200" y="3828600"/>
            <a:ext cx="3894840" cy="2111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2" name=""/>
          <p:cNvSpPr/>
          <p:nvPr/>
        </p:nvSpPr>
        <p:spPr>
          <a:xfrm>
            <a:off x="349200" y="3803400"/>
            <a:ext cx="2158920" cy="907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3" name=""/>
          <p:cNvSpPr/>
          <p:nvPr/>
        </p:nvSpPr>
        <p:spPr>
          <a:xfrm>
            <a:off x="349200" y="1204200"/>
            <a:ext cx="3420720" cy="6793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4" name=""/>
          <p:cNvSpPr/>
          <p:nvPr/>
        </p:nvSpPr>
        <p:spPr>
          <a:xfrm>
            <a:off x="338400" y="2118600"/>
            <a:ext cx="3420720" cy="159192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5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0480" cy="1314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6" name="Picture 54" descr=""/>
          <p:cNvPicPr/>
          <p:nvPr/>
        </p:nvPicPr>
        <p:blipFill>
          <a:blip r:embed="rId1"/>
          <a:stretch/>
        </p:blipFill>
        <p:spPr>
          <a:xfrm>
            <a:off x="9290520" y="3457800"/>
            <a:ext cx="2359800" cy="41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7" name="Picture 55" descr=""/>
          <p:cNvPicPr/>
          <p:nvPr/>
        </p:nvPicPr>
        <p:blipFill>
          <a:blip r:embed="rId2"/>
          <a:stretch/>
        </p:blipFill>
        <p:spPr>
          <a:xfrm>
            <a:off x="9673200" y="3812400"/>
            <a:ext cx="1978560" cy="39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8" name="Content Placeholder 1"/>
          <p:cNvSpPr/>
          <p:nvPr/>
        </p:nvSpPr>
        <p:spPr>
          <a:xfrm>
            <a:off x="228600" y="3803400"/>
            <a:ext cx="3968280" cy="18172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Box 23"/>
          <p:cNvSpPr/>
          <p:nvPr/>
        </p:nvSpPr>
        <p:spPr>
          <a:xfrm>
            <a:off x="255240" y="1215000"/>
            <a:ext cx="3395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Box 24"/>
          <p:cNvSpPr/>
          <p:nvPr/>
        </p:nvSpPr>
        <p:spPr>
          <a:xfrm>
            <a:off x="302400" y="2203200"/>
            <a:ext cx="339588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Content Placeholder 3"/>
          <p:cNvSpPr/>
          <p:nvPr/>
        </p:nvSpPr>
        <p:spPr>
          <a:xfrm>
            <a:off x="9829800" y="1486800"/>
            <a:ext cx="3968280" cy="18172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Box 25"/>
          <p:cNvSpPr/>
          <p:nvPr/>
        </p:nvSpPr>
        <p:spPr>
          <a:xfrm>
            <a:off x="8001000" y="2846880"/>
            <a:ext cx="2252880" cy="4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Box 26"/>
          <p:cNvSpPr/>
          <p:nvPr/>
        </p:nvSpPr>
        <p:spPr>
          <a:xfrm>
            <a:off x="10287000" y="2894400"/>
            <a:ext cx="15670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4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39240" cy="107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5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4760" cy="89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6" name="TextBox 27"/>
          <p:cNvSpPr/>
          <p:nvPr/>
        </p:nvSpPr>
        <p:spPr>
          <a:xfrm>
            <a:off x="228600" y="5065200"/>
            <a:ext cx="3497040" cy="40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7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1920" cy="159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8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1920" cy="159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9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5160" cy="242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0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5160" cy="933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1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0640" cy="93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2" name="Rectangle 14"/>
          <p:cNvSpPr/>
          <p:nvPr/>
        </p:nvSpPr>
        <p:spPr>
          <a:xfrm>
            <a:off x="4138200" y="3850200"/>
            <a:ext cx="3738240" cy="20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Rectangle 15"/>
          <p:cNvSpPr/>
          <p:nvPr/>
        </p:nvSpPr>
        <p:spPr>
          <a:xfrm>
            <a:off x="8602200" y="4201200"/>
            <a:ext cx="37382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4" name="" descr=""/>
          <p:cNvPicPr/>
          <p:nvPr/>
        </p:nvPicPr>
        <p:blipFill>
          <a:blip r:embed="rId13"/>
          <a:stretch/>
        </p:blipFill>
        <p:spPr>
          <a:xfrm>
            <a:off x="8769600" y="4201200"/>
            <a:ext cx="398160" cy="349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"/>
          <p:cNvSpPr/>
          <p:nvPr/>
        </p:nvSpPr>
        <p:spPr>
          <a:xfrm>
            <a:off x="8686800" y="4597200"/>
            <a:ext cx="3088440" cy="417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6" name=""/>
          <p:cNvSpPr/>
          <p:nvPr/>
        </p:nvSpPr>
        <p:spPr>
          <a:xfrm>
            <a:off x="8686800" y="4633200"/>
            <a:ext cx="300384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"/>
          <p:cNvSpPr/>
          <p:nvPr/>
        </p:nvSpPr>
        <p:spPr>
          <a:xfrm>
            <a:off x="7894800" y="5172840"/>
            <a:ext cx="300384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                      Hiring?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8" name="" descr=""/>
          <p:cNvPicPr/>
          <p:nvPr/>
        </p:nvPicPr>
        <p:blipFill>
          <a:blip r:embed="rId14"/>
          <a:stretch/>
        </p:blipFill>
        <p:spPr>
          <a:xfrm>
            <a:off x="10395000" y="5208840"/>
            <a:ext cx="398520" cy="33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1920" cy="13190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Rectangle 192"/>
          <p:cNvSpPr/>
          <p:nvPr/>
        </p:nvSpPr>
        <p:spPr>
          <a:xfrm>
            <a:off x="8557200" y="2791800"/>
            <a:ext cx="296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Rectangle 193"/>
          <p:cNvSpPr/>
          <p:nvPr/>
        </p:nvSpPr>
        <p:spPr>
          <a:xfrm>
            <a:off x="4991400" y="5257800"/>
            <a:ext cx="296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Rectangle 194"/>
          <p:cNvSpPr/>
          <p:nvPr/>
        </p:nvSpPr>
        <p:spPr>
          <a:xfrm>
            <a:off x="4991400" y="2791800"/>
            <a:ext cx="296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Rectangle 195"/>
          <p:cNvSpPr/>
          <p:nvPr/>
        </p:nvSpPr>
        <p:spPr>
          <a:xfrm>
            <a:off x="876600" y="2791800"/>
            <a:ext cx="296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Rectangle 196"/>
          <p:cNvSpPr/>
          <p:nvPr/>
        </p:nvSpPr>
        <p:spPr>
          <a:xfrm>
            <a:off x="876600" y="5257800"/>
            <a:ext cx="296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Rectangle 197"/>
          <p:cNvSpPr/>
          <p:nvPr/>
        </p:nvSpPr>
        <p:spPr>
          <a:xfrm>
            <a:off x="8557200" y="5029200"/>
            <a:ext cx="296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6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492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7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140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8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5120" cy="157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9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104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0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6400" y="1119600"/>
            <a:ext cx="1952280" cy="158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1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4920" cy="159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2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23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3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23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4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23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5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23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6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6600" cy="168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7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23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8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3680" cy="35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9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3640" cy="391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752</TotalTime>
  <Application>LibreOffice/25.2.3.2$Linux_X86_64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2026-10-31T12:06:29Z</dcterms:modified>
  <cp:revision>87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r8>3</vt:r8>
  </property>
  <property fmtid="{D5CDD505-2E9C-101B-9397-08002B2CF9AE}" pid="4" name="PresentationFormat">
    <vt:lpwstr>Widescreen</vt:lpwstr>
  </property>
  <property fmtid="{D5CDD505-2E9C-101B-9397-08002B2CF9AE}" pid="5" name="Slides">
    <vt:r8>39</vt:r8>
  </property>
  <property fmtid="{D5CDD505-2E9C-101B-9397-08002B2CF9AE}" pid="6" name="_dlc_DocIdItemGuid">
    <vt:lpwstr>4d3e5825-e8bc-4995-b9ad-4f8ee15e5c87</vt:lpwstr>
  </property>
</Properties>
</file>